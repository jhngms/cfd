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2160" y="10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ACBA-45E5-FEC3-4351-E7BE14B6A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D13BE-F951-441F-ACDD-49056239F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881B6-2081-5274-2C0A-848335DA4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968D-00CC-6F34-CC1E-9298285E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50492-C278-6CE1-1297-DDA7F691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3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1E89-381B-2724-35D4-CAF3AA66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E615D-33DC-FFBD-DE8C-4A64B3D13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6387-BD37-2327-05F7-71D1A0FA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0A936-24B5-AC5F-02BF-EA7831676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20764-3553-5576-FA95-DC66906C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4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C268-DB7B-CDE5-1E35-AF8B5A511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4B45E-E401-7C20-B36E-C243D0695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C3D65-E76C-1C95-9FA5-42D0F8B4A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6317-7E75-307C-295B-A4245E16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4438-D1ED-3483-3DB9-7974579D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7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4A2B-FDE3-47BE-38C3-D927EADC1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3D2AC-891F-1144-9780-D1B3804FD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90A89-3994-BF70-16BB-ADF6E1493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3BBD2-6C88-8F39-BFE2-8F5BB124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2B4F9-CDAF-EED5-B64C-093DA561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59CB1-A43A-D3CF-D8B2-7928DCC1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7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F4AC-8180-4FBE-997A-2694F94E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AC5AA-0F67-88BE-6738-6DF30E82F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6A658-E679-1D94-385B-9DC5FE0FB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3AE22-16E3-39D7-FCE0-E506EB8D9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95025-4752-6730-3235-37BDFD897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11E2C-51CF-390F-B3BC-43E84A6C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7E57CC-59D9-CE5D-638C-4349BAF2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E4E8A-B7C2-2615-3925-EA67E8E9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2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E9A2-79FA-9C2C-340A-CC93191D5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777AD-C93A-E9B1-E6A4-4B335A34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8F088-CBF7-E265-BCFF-EAC96DD82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72482B-C3C1-5A4D-A30F-1B71C4C2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0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BD799-056B-2CD8-D3DA-37BDE46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151484-8953-9002-9EB3-A2D39F35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83858-AF51-A514-20C4-51F67D34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0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BC2A-13B5-1770-CA1B-F25FEDD3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8E68-5532-0517-FC61-C1F01F63C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A60CD-0DA3-B91E-332A-20DBC75E2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812E7-1D7D-D739-8F2F-D6A2ED99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DE07F-4C76-5ABA-F9CE-33B65746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0C2B8-56BC-40CB-DDB8-001B98309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8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8DFE-4799-C640-CBED-D461FCEF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12406-5F68-F3DF-358C-DDFE7E7D1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67D24-D017-5639-4B01-30C0A7AD2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9896-95DD-E8B4-712F-6C68D64A4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598C6-CB26-64B2-0DD1-4EBDB2AF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40207-796B-4F5B-FD4B-6DE06860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0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C67F-6E33-5721-7874-D1642296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4470C-8C78-375C-7BC4-F6DE0EC69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FDE56-22A8-BDC3-C343-9C369B730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6FDE8-62E0-BBA3-9268-12383DFD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0299A-A694-2DDA-4262-85307F42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2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1294CA-0FF8-2604-F25F-8F7086CE57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7D566-A158-BB50-3DA5-BAB0C6834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BDE88-6453-EABF-5BBF-FC768B74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0F69E-9AD1-E3D5-56CE-3F71525E6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F7A6C-86E4-F708-0D09-98844EF6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42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FFA647-AD2B-A7C3-3161-F29615D35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47A7E-0367-59A6-C4AD-A6255D1CF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4D0D-91A2-254C-E2B1-7D2CE2CCB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B3034E-146A-4437-B58D-BED5AF15C18E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CA2B1-0BA7-2D73-A93A-C568435B6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5E3BE-5E5B-287C-B703-813A7A16A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50BE3-AA8C-428C-90C0-73F63401F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48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15CDE4C-C8C5-3C94-2D86-AF42D6723E80}"/>
              </a:ext>
            </a:extLst>
          </p:cNvPr>
          <p:cNvSpPr txBox="1"/>
          <p:nvPr/>
        </p:nvSpPr>
        <p:spPr>
          <a:xfrm>
            <a:off x="1590040" y="1943100"/>
            <a:ext cx="739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E0E055-EC8F-C91D-8A32-B1C8458F3B37}"/>
              </a:ext>
            </a:extLst>
          </p:cNvPr>
          <p:cNvSpPr txBox="1"/>
          <p:nvPr/>
        </p:nvSpPr>
        <p:spPr>
          <a:xfrm>
            <a:off x="1590039" y="3687652"/>
            <a:ext cx="1148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URANS: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B9074F3-3767-5413-9FCF-CD8ACC94EF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78" b="20184"/>
          <a:stretch>
            <a:fillRect/>
          </a:stretch>
        </p:blipFill>
        <p:spPr>
          <a:xfrm>
            <a:off x="1038428" y="1980660"/>
            <a:ext cx="9144000" cy="26429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70B1974-217B-5E9D-1A31-8DA333C538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72" b="20089"/>
          <a:stretch>
            <a:fillRect/>
          </a:stretch>
        </p:blipFill>
        <p:spPr>
          <a:xfrm>
            <a:off x="1038428" y="2906948"/>
            <a:ext cx="9144000" cy="26429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8363020-0618-44AB-0623-A568EF079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784"/>
          <a:stretch>
            <a:fillRect/>
          </a:stretch>
        </p:blipFill>
        <p:spPr>
          <a:xfrm>
            <a:off x="1038428" y="436943"/>
            <a:ext cx="9144000" cy="15921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BED4E75-DEC2-CA7B-C323-7E19E637B65C}"/>
              </a:ext>
            </a:extLst>
          </p:cNvPr>
          <p:cNvSpPr txBox="1"/>
          <p:nvPr/>
        </p:nvSpPr>
        <p:spPr>
          <a:xfrm>
            <a:off x="1802773" y="2106038"/>
            <a:ext cx="739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4D5D59-FFC8-497B-53E4-A327944EFF2B}"/>
              </a:ext>
            </a:extLst>
          </p:cNvPr>
          <p:cNvSpPr txBox="1"/>
          <p:nvPr/>
        </p:nvSpPr>
        <p:spPr>
          <a:xfrm>
            <a:off x="1802773" y="3051839"/>
            <a:ext cx="1148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URANS: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D0E1A6F-C346-81E2-214E-0719BDFBF5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25" b="-95"/>
          <a:stretch>
            <a:fillRect/>
          </a:stretch>
        </p:blipFill>
        <p:spPr>
          <a:xfrm>
            <a:off x="1038428" y="3852749"/>
            <a:ext cx="9144000" cy="1458686"/>
          </a:xfrm>
          <a:prstGeom prst="rect">
            <a:avLst/>
          </a:prstGeom>
        </p:spPr>
      </p:pic>
      <p:pic>
        <p:nvPicPr>
          <p:cNvPr id="13" name="Video Project 3">
            <a:hlinkClick r:id="" action="ppaction://media"/>
            <a:extLst>
              <a:ext uri="{FF2B5EF4-FFF2-40B4-BE49-F238E27FC236}">
                <a16:creationId xmlns:a16="http://schemas.microsoft.com/office/drawing/2014/main" id="{665DB7E8-6824-BADD-A6BB-818311BF6D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2633" y="5694831"/>
            <a:ext cx="6604876" cy="37152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D80E8C-FBDA-6EB2-7CF7-F5AE05D5F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784"/>
          <a:stretch>
            <a:fillRect/>
          </a:stretch>
        </p:blipFill>
        <p:spPr>
          <a:xfrm>
            <a:off x="2694272" y="6014287"/>
            <a:ext cx="6375654" cy="11101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36D65A-3039-2158-0DEE-BD47EE12AD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1579"/>
          <a:stretch>
            <a:fillRect/>
          </a:stretch>
        </p:blipFill>
        <p:spPr>
          <a:xfrm>
            <a:off x="4602998" y="6434149"/>
            <a:ext cx="2485727" cy="27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7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5350F-1E7E-D2E6-1368-018110902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019015-14CC-0AED-9D47-60B1EB161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98" y="950035"/>
            <a:ext cx="4583266" cy="34374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A11E0D-B17D-89D0-176E-C5BE6E66F487}"/>
              </a:ext>
            </a:extLst>
          </p:cNvPr>
          <p:cNvSpPr txBox="1"/>
          <p:nvPr/>
        </p:nvSpPr>
        <p:spPr>
          <a:xfrm>
            <a:off x="393097" y="1885818"/>
            <a:ext cx="739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2D4ED-9836-7F82-FFD7-55520020A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10" b="-708"/>
          <a:stretch>
            <a:fillRect/>
          </a:stretch>
        </p:blipFill>
        <p:spPr>
          <a:xfrm>
            <a:off x="393097" y="3630370"/>
            <a:ext cx="4583267" cy="2553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506D52-67FB-E04D-A653-43DD02D11A75}"/>
              </a:ext>
            </a:extLst>
          </p:cNvPr>
          <p:cNvSpPr txBox="1"/>
          <p:nvPr/>
        </p:nvSpPr>
        <p:spPr>
          <a:xfrm>
            <a:off x="393096" y="3630370"/>
            <a:ext cx="1148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URANS: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DDC4A2-52AA-4DA8-CC75-D837D84B8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15637" y="950034"/>
            <a:ext cx="4583266" cy="3437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DF62A4-60C7-BAA1-4A69-C17613E46F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02"/>
          <a:stretch>
            <a:fillRect/>
          </a:stretch>
        </p:blipFill>
        <p:spPr>
          <a:xfrm>
            <a:off x="7215637" y="3606005"/>
            <a:ext cx="4583266" cy="25539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CBE252-AD15-566A-0987-8B12D9542DE1}"/>
              </a:ext>
            </a:extLst>
          </p:cNvPr>
          <p:cNvSpPr txBox="1"/>
          <p:nvPr/>
        </p:nvSpPr>
        <p:spPr>
          <a:xfrm>
            <a:off x="7215638" y="1885818"/>
            <a:ext cx="739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11785-F4A0-0AE2-A1B5-87855BAAE667}"/>
              </a:ext>
            </a:extLst>
          </p:cNvPr>
          <p:cNvSpPr txBox="1"/>
          <p:nvPr/>
        </p:nvSpPr>
        <p:spPr>
          <a:xfrm>
            <a:off x="7215637" y="3630370"/>
            <a:ext cx="1148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URANS:</a:t>
            </a:r>
          </a:p>
        </p:txBody>
      </p:sp>
    </p:spTree>
    <p:extLst>
      <p:ext uri="{BB962C8B-B14F-4D97-AF65-F5344CB8AC3E}">
        <p14:creationId xmlns:p14="http://schemas.microsoft.com/office/powerpoint/2010/main" val="4053892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16</Words>
  <Application>Microsoft Office PowerPoint</Application>
  <PresentationFormat>Widescreen</PresentationFormat>
  <Paragraphs>8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Gomes, Jack O (USA)</dc:creator>
  <cp:lastModifiedBy>Gomes, John</cp:lastModifiedBy>
  <cp:revision>6</cp:revision>
  <dcterms:created xsi:type="dcterms:W3CDTF">2026-04-09T19:41:14Z</dcterms:created>
  <dcterms:modified xsi:type="dcterms:W3CDTF">2026-04-11T02:42:06Z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f72b8fb1-efd5-4f50-b594-a56c9b7b5594</vt:lpwstr>
  </property>
</Properties>
</file>